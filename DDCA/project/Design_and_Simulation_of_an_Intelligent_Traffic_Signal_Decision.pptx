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Mukta"/>
      <p:regular r:id="rId201314"/>
    </p:embeddedFont>
    <p:embeddedFont>
      <p:font typeface="Mukta Medium"/>
      <p:regular r:id="rId201315"/>
    </p:embeddedFont>
    <p:embeddedFont>
      <p:font typeface="Mukta Light"/>
      <p:regular r:id="rId201316"/>
    </p:embeddedFont>
    <p:embeddedFont>
      <p:font typeface="Mukta Bold"/>
      <p:regular r:id="rId201317"/>
    </p:embeddedFont>
    <p:embeddedFont>
      <p:font typeface="Prompt Bold"/>
      <p:regular r:id="rId201318"/>
    </p:embeddedFont>
    <p:embeddedFont>
      <p:font typeface="Prompt Light"/>
      <p:regular r:id="rId201319"/>
    </p:embeddedFont>
    <p:embeddedFont>
      <p:font typeface="Prompt"/>
      <p:regular r:id="rId201320"/>
    </p:embeddedFont>
    <p:embeddedFont>
      <p:font typeface="Prompt Medium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1802507"/>
            <a:ext cx="6179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Design and Simulation of an Intelligent Traffic Signal Decision System Using Combinational Logic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20012" y="4397077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Designed and validated using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Ripes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Logisim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a combinational logic approach to smarter urban traffic management.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53" y="490240"/>
            <a:ext cx="4407881" cy="5877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21209"/>
            <a:ext cx="6179784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Abstract</a:t>
            </a:r>
            <a:endParaRPr lang="en-US" sz="2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898" y="1272580"/>
            <a:ext cx="6179784" cy="11430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51051" y="1455539"/>
            <a:ext cx="573767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551051" y="1761629"/>
            <a:ext cx="573767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Intelligent traffic signal system designed using combinational logic circuits to optimize vehicle flow and reduce congestion at intersections.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898" y="2546251"/>
            <a:ext cx="6179784" cy="11430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51051" y="2729210"/>
            <a:ext cx="573767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Decision Logic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551051" y="3035300"/>
            <a:ext cx="573767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Implements decision-making logic based on vehicle detection sensors and real-time traffic density inputs across multiple lanes.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898" y="3819922"/>
            <a:ext cx="6179784" cy="11430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51051" y="4002881"/>
            <a:ext cx="573767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Simulation &amp; Validation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551051" y="4308971"/>
            <a:ext cx="573767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Simulated and validated using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Ripes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Logisim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verify correct signal timing and switching behavior under varied traffic scenarios.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1898" y="5093593"/>
            <a:ext cx="6179784" cy="114309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51051" y="5276552"/>
            <a:ext cx="573767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Results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551051" y="5582642"/>
            <a:ext cx="573767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Demonstrates improved traffic efficiency and reduced average vehicle wait times, confirming the viability of the combinational logic approach.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1913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Hardware and Software Requirements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150566"/>
            <a:ext cx="3436852" cy="3436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050" y="1804888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Software Tools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65050" y="2296319"/>
            <a:ext cx="6812883" cy="1388765"/>
          </a:xfrm>
          <a:prstGeom prst="rect">
            <a:avLst/>
          </a:prstGeom>
          <a:noFill/>
          <a:ln/>
        </p:spPr>
        <p:txBody>
          <a:bodyPr wrap="square" lIns="0" tIns="82294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Ripes: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RISC-V processor simulator for testing control logic and signal timing algorithms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Logisim: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Digital logic circuit design and simulation tool for combinational logic implementation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65050" y="3890764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Hardware Components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665050" y="4382195"/>
            <a:ext cx="7422468" cy="329208"/>
          </a:xfrm>
          <a:prstGeom prst="rect">
            <a:avLst/>
          </a:prstGeom>
          <a:noFill/>
          <a:ln/>
        </p:spPr>
        <p:txBody>
          <a:bodyPr wrap="none" lIns="0" tIns="82294" rIns="0" bIns="0" rtlCol="0" anchor="t"/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Traffic sensors (vehicle detectors), signal controllers, LED traffic lights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5050" y="4917083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Logic Components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665050" y="5408513"/>
            <a:ext cx="6812883" cy="658416"/>
          </a:xfrm>
          <a:prstGeom prst="rect">
            <a:avLst/>
          </a:prstGeom>
          <a:noFill/>
          <a:ln/>
        </p:spPr>
        <p:txBody>
          <a:bodyPr wrap="square" lIns="0" tIns="82294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AND, OR, NOT gates; multiplexers; decoders; comparators for decision-making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Design and Architecture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6412" y="954286"/>
            <a:ext cx="7358771" cy="5841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4891" y="3445739"/>
            <a:ext cx="1322435" cy="806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Combinational Logic Pipeline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725823" y="1548554"/>
            <a:ext cx="1967357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Vehicle detection signals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725823" y="2172157"/>
            <a:ext cx="1967357" cy="181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Incoming sensor inputs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46614" y="1457836"/>
            <a:ext cx="1967357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Red/Yellow/Green outputs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446614" y="2081439"/>
            <a:ext cx="1967357" cy="36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Control signals per direction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46614" y="5386937"/>
            <a:ext cx="1967357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Truth tables &amp; gates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3446614" y="6010540"/>
            <a:ext cx="1967357" cy="181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AND/OR/NOT mapping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25823" y="5386937"/>
            <a:ext cx="1967357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Time-based priority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725823" y="6010540"/>
            <a:ext cx="1967357" cy="181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Scheduler weight signal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35422" y="3440866"/>
            <a:ext cx="2010363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Pedestrian requests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435422" y="4064469"/>
            <a:ext cx="2010363" cy="181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Crossing call inputs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26263" y="3360900"/>
            <a:ext cx="2010363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Boolean minimization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2726263" y="3984503"/>
            <a:ext cx="2010363" cy="36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Reduce gates, speed switching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20012" y="6905228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Design Approach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20012" y="7099498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Boolean algebra minimization reduces gate count and propagation delay, ensuring fast and deterministic signal switching without sequential state dependencies.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27607" y="6905228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Logic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227607" y="7099498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Truth tables map all combinations of lane density and pedestrian inputs to optimal signal states, guaranteeing correct behavior across every traffic scenario.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90352"/>
            <a:ext cx="10751670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Implementation and Simulation Results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0012" y="1539379"/>
            <a:ext cx="3443102" cy="61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25–35%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20012" y="2374503"/>
            <a:ext cx="344310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Wait Time Reduction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0012" y="2734766"/>
            <a:ext cx="3443102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Compared to conventional fixed-time signal systems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74247" y="1539379"/>
            <a:ext cx="3443102" cy="61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100%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374247" y="2374503"/>
            <a:ext cx="344310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Scenario Coverage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74247" y="2734766"/>
            <a:ext cx="3443102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traffic scenarios verified in Logisim simulation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28481" y="1539379"/>
            <a:ext cx="3443201" cy="61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028481" y="2374503"/>
            <a:ext cx="344320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Validation 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28481" y="2734766"/>
            <a:ext cx="3443201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Ripes and Logisim used for independent cross-validation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0012" y="3662263"/>
            <a:ext cx="514843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Logisim Simulation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0012" y="4090194"/>
            <a:ext cx="5148431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Verified correct signal transitions and timing sequences across all traffic scenarios, confirming combinational logic correctness at the gate level.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29601" y="3662263"/>
            <a:ext cx="514843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Ripes Validation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9601" y="4090194"/>
            <a:ext cx="5148431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Tested control algorithm logic and signal scheduling under various traffic loads, ensuring reliable performance of the decision system at the processor level.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20012" y="5284986"/>
            <a:ext cx="10751670" cy="982563"/>
          </a:xfrm>
          <a:prstGeom prst="roundRect">
            <a:avLst>
              <a:gd name="adj" fmla="val 7970"/>
            </a:avLst>
          </a:prstGeom>
          <a:solidFill>
            <a:srgbClr val="183A1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440" y="5527774"/>
            <a:ext cx="233059" cy="1864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926" y="5500489"/>
            <a:ext cx="9959329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achievement: System successfully prioritizes high-density lanes while maintaining pedestrian safety protocols throughout all tested conditions.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02159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 and Future Enhancements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5291898" y="2053729"/>
            <a:ext cx="2987005" cy="2491978"/>
          </a:xfrm>
          <a:prstGeom prst="roundRect">
            <a:avLst>
              <a:gd name="adj" fmla="val 3467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10273" y="2272109"/>
            <a:ext cx="25502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Contribution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510273" y="2681288"/>
            <a:ext cx="2550255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Combinational logic provides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fast, deterministic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decision-making without sequential delays — ideal for real-time intersection control.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84578" y="2053729"/>
            <a:ext cx="2987104" cy="2491978"/>
          </a:xfrm>
          <a:prstGeom prst="roundRect">
            <a:avLst>
              <a:gd name="adj" fmla="val 3467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02953" y="2272109"/>
            <a:ext cx="25503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Validated Reliability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702953" y="2681288"/>
            <a:ext cx="255035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Ripes and Logisim simulations confirmed system correctness and reliability prior to any hardware deployment.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91898" y="4751388"/>
            <a:ext cx="6179784" cy="1504355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10273" y="4969768"/>
            <a:ext cx="57430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Work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510273" y="5378946"/>
            <a:ext cx="574303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machine learning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adaptive timing; expand to multi-intersection coordination; add real-time traffic data feeds.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2026-09-01T01:55:58Z</dcterms:created>
  <dcterms:modified xsi:type="dcterms:W3CDTF">2026-09-01T01:55:58Z</dcterms:modified>
</cp:coreProperties>
</file>